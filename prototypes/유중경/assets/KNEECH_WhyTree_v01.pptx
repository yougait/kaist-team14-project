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supplied whytree-template-ko.pptx: visual style and box/arrow conventions.
User supplied whytree-tutorial-ko.pdf: pp.3,8,12, purpose-means method.
User supplied week07.pdf: pp.19,30,35,45.
Notion running booth: https://app.notion.com/p/3fa444dc1a4c8141a536f96facb73999
Notion validation status: https://app.notion.com/p/3fa444dc1a4c810dac12f42f38e68686
All proposed nodes and priorities are draft recommendations, not user-validated original work or completed implementation.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supplied whytree-template-ko.pptx: visual style and box/arrow conventions.
User supplied whytree-tutorial-ko.pdf: pp.3,8,12, purpose-means method.
User supplied week07.pdf: pp.19,30,35,45.
Notion running booth: https://app.notion.com/p/3fa444dc1a4c8141a536f96facb73999
Notion validation status: https://app.notion.com/p/3fa444dc1a4c810dac12f42f38e68686
All proposed nodes and priorities are draft recommendations, not user-validated original work or completed implementation.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supplied whytree-template-ko.pptx: visual style and box/arrow conventions.
User supplied whytree-tutorial-ko.pdf: pp.3,8,12, purpose-means method.
User supplied week07.pdf: pp.19,30,35,45.
Notion running booth: https://app.notion.com/p/3fa444dc1a4c8141a536f96facb73999
Notion validation status: https://app.notion.com/p/3fa444dc1a4c810dac12f42f38e68686
All proposed nodes and priorities are draft recommendations, not user-validated original work or completed implementation.
User supplied team premortems: understanding, behaviour change, repeat-use and sample bias. Proposed checks are not completed tests.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7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WhyTree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43800" y="292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유중경 검토용  |  2026-10-17  |  v0.1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8869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다섯 가지 일에서 본질적인 목적으로 올라갑니다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" y="640994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초안 · 팀 합의 및 실제 사용자 검증 전 · 화살표는 검증된 인과관계가 아니라 목적에 대한 가설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11712" y="6400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2308860" y="2066544"/>
            <a:ext cx="3790188" cy="61264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 flipH="1">
            <a:off x="6094476" y="2066544"/>
            <a:ext cx="4572" cy="61264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099048" y="2066544"/>
            <a:ext cx="3781044" cy="61264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 flipH="1">
            <a:off x="1435608" y="3246120"/>
            <a:ext cx="873252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2308860" y="3246120"/>
            <a:ext cx="1458468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6094476" y="3246120"/>
            <a:ext cx="4572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8430768" y="3246120"/>
            <a:ext cx="1449324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9880092" y="3246120"/>
            <a:ext cx="882396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4325112" y="1499616"/>
            <a:ext cx="3547872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몸을 이해하며 달리기 지속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679192"/>
            <a:ext cx="2971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움직임의 이해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08576" y="2679192"/>
            <a:ext cx="2971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가능한 선택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2679192"/>
            <a:ext cx="2971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속 실천 지속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" y="4133088"/>
            <a:ext cx="1993392" cy="722376"/>
          </a:xfrm>
          <a:prstGeom prst="rect">
            <a:avLst/>
          </a:prstGeom>
          <a:solidFill>
            <a:srgbClr val="F6EBDD"/>
          </a:solidFill>
          <a:ln w="19050">
            <a:solidFill>
              <a:srgbClr val="C8792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8자 보행·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 기록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70632" y="4133088"/>
            <a:ext cx="1993392" cy="722376"/>
          </a:xfrm>
          <a:prstGeom prst="rect">
            <a:avLst/>
          </a:prstGeom>
          <a:solidFill>
            <a:srgbClr val="F6EBDD"/>
          </a:solidFill>
          <a:ln w="19050">
            <a:solidFill>
              <a:srgbClr val="C8792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리포트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02352" y="4133088"/>
            <a:ext cx="1993392" cy="722376"/>
          </a:xfrm>
          <a:prstGeom prst="rect">
            <a:avLst/>
          </a:prstGeom>
          <a:solidFill>
            <a:srgbClr val="F6EBDD"/>
          </a:solidFill>
          <a:ln w="19050">
            <a:solidFill>
              <a:srgbClr val="C8792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교정 행동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가지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34072" y="4133088"/>
            <a:ext cx="1993392" cy="722376"/>
          </a:xfrm>
          <a:prstGeom prst="rect">
            <a:avLst/>
          </a:prstGeom>
          <a:solidFill>
            <a:srgbClr val="F6EBDD"/>
          </a:solidFill>
          <a:ln w="19050">
            <a:solidFill>
              <a:srgbClr val="C8792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러닝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저장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65792" y="4133088"/>
            <a:ext cx="1993392" cy="722376"/>
          </a:xfrm>
          <a:prstGeom prst="rect">
            <a:avLst/>
          </a:prstGeom>
          <a:solidFill>
            <a:srgbClr val="F6EBDD"/>
          </a:solidFill>
          <a:ln w="19050">
            <a:solidFill>
              <a:srgbClr val="C8792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코칭 전후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재측정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358384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주황 상자: Notion 기획안의 다섯 씨앗  /  화살표: 수단에서 목적으로 향하는 연결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재측정은 부스 안의 보행 검사입니다. 실제 러닝 효과나 장기 반복 사용이 검증된 것은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7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WhyTree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43800" y="292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유중경 검토용  |  2026-10-17  |  v0.1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8869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목적을 이룰 다른 방법을 찾고, 작은 완결 기능을 선택합니다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" y="640994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초안 · 팀 합의 및 실제 사용자 검증 전 · 화살표는 검증된 인과관계가 아니라 목적에 대한 가설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11712" y="6400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2308860" y="2066544"/>
            <a:ext cx="3790188" cy="61264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 flipH="1">
            <a:off x="6094476" y="2066544"/>
            <a:ext cx="4572" cy="61264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099048" y="2066544"/>
            <a:ext cx="3781044" cy="61264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 flipH="1">
            <a:off x="1865376" y="3246120"/>
            <a:ext cx="443484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 flipH="1">
            <a:off x="4700016" y="3246120"/>
            <a:ext cx="1394460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6094476" y="3246120"/>
            <a:ext cx="1440180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9880092" y="3246120"/>
            <a:ext cx="489204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4700016" y="3246120"/>
            <a:ext cx="4768596" cy="886968"/>
          </a:xfrm>
          <a:prstGeom prst="line">
            <a:avLst/>
          </a:prstGeom>
          <a:noFill/>
          <a:ln w="21590">
            <a:solidFill>
              <a:srgbClr val="86A797"/>
            </a:solidFill>
            <a:prstDash val="dash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4325112" y="1499616"/>
            <a:ext cx="3547872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몸을 이해하며 달리기 지속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679192"/>
            <a:ext cx="2971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움직임의 이해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08576" y="2679192"/>
            <a:ext cx="2971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가능한 선택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2679192"/>
            <a:ext cx="2971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 속 실천 지속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76072" y="4133088"/>
            <a:ext cx="2578608" cy="722376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  <a:prstDash val="dash"/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가능한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결과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10712" y="4133088"/>
            <a:ext cx="2578608" cy="722376"/>
          </a:xfrm>
          <a:prstGeom prst="rect">
            <a:avLst/>
          </a:prstGeom>
          <a:solidFill>
            <a:srgbClr val="F6EBDD"/>
          </a:solidFill>
          <a:ln w="27940">
            <a:solidFill>
              <a:srgbClr val="C8792B"/>
            </a:solidFill>
            <a:prstDash val="dash"/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러닝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코칭 카드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4133088"/>
            <a:ext cx="2578608" cy="722376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  <a:prstDash val="dash"/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코치의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확인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79992" y="4133088"/>
            <a:ext cx="2578608" cy="722376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  <a:prstDash val="dash"/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실행·불편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358384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점선 상자: 새로 제안하는 방법  /  주황 점선: 첫 SLC로 선택한 기능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처음에는 ‘카드 확인 → 행동 선택 → 실행 후 기록’만 완결합니다. AI 없이 코치가 돕는 방법도 대안입니다.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7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SLC: 다음 러닝 코칭 카드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543800" y="292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유중경 검토용  |  2026-10-17  |  v0.1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8869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리포트를 더 만드는 대신, 다음 행동과 후속 확인을 연결합니다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" y="6409944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초안 · 팀 합의 및 실제 사용자 검증 전 · 화살표는 검증된 인과관계가 아니라 목적에 대한 가설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11712" y="6400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3493008" cy="539496"/>
          </a:xfrm>
          <a:prstGeom prst="rect">
            <a:avLst/>
          </a:prstGeom>
          <a:solidFill>
            <a:srgbClr val="F6EBDD"/>
          </a:solidFill>
          <a:ln w="19050">
            <a:solidFill>
              <a:srgbClr val="C8792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하는 일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2340864"/>
            <a:ext cx="33467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검수된 행동 한 가지 확인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러닝 날짜 선택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실행·불편 경험 기록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카드에서 지난 기록 확인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1527048"/>
            <a:ext cx="3493008" cy="539496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넘지 않을 경계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16552" y="2340864"/>
            <a:ext cx="33467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보행과 러닝 비교 금지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없는 교정 생성 금지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단측으로 좌우 균형 추정 금지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개선·진단·부상 예방 단정 금지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0" y="1527048"/>
            <a:ext cx="3493008" cy="539496"/>
          </a:xfrm>
          <a:prstGeom prst="rect">
            <a:avLst/>
          </a:prstGeom>
          <a:solidFill>
            <a:srgbClr val="FFFFFF"/>
          </a:solidFill>
          <a:ln w="19050">
            <a:solidFill>
              <a:srgbClr val="41544B"/>
            </a:solidFill>
          </a:ln>
          <a:effectLst>
            <a:outerShdw sx="100000" sy="100000" kx="0" ky="0" algn="bl" rotWithShape="0" blurRad="15240" dist="12700" dir="2700000">
              <a:srgbClr val="000000">
                <a:alpha val="13000"/>
              </a:srgbClr>
            </a:outerShdw>
          </a:effectLst>
        </p:spPr>
        <p:txBody>
          <a:bodyPr wrap="square" lIns="63500" tIns="101600" rIns="101600" bIns="635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확인할 동작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11312" y="2340864"/>
            <a:ext cx="33467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후 새로고침 복원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누락·조건 불일치 시 비교 보류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미승인·새 불편은 검토 요청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13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 자료와 실제 자료 구분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87368" y="2322576"/>
            <a:ext cx="0" cy="2221992"/>
          </a:xfrm>
          <a:prstGeom prst="line">
            <a:avLst/>
          </a:prstGeom>
          <a:noFill/>
          <a:ln w="12700">
            <a:solidFill>
              <a:srgbClr val="D5DA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2322576"/>
            <a:ext cx="0" cy="2221992"/>
          </a:xfrm>
          <a:prstGeom prst="line">
            <a:avLst/>
          </a:prstGeom>
          <a:noFill/>
          <a:ln w="12700">
            <a:solidFill>
              <a:srgbClr val="D5DA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517550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적용: WhyTree 노드 → 명세 → 검토 → 구현 → 수동 테스트. 생성 AI의 표현 개선은 선택 기능입니다.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D7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설계 문서이며, 앱 구현·/grill-me 실행·검수 통과·GitHub 제출이 완료된 상태가 아닙니다.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PHYSIO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KNEECH WhyTree v0.1</dc:title>
  <dc:subject>KNEECH WhyTree and SLC concept</dc:subject>
  <dc:creator>PHYSIO / draft for review</dc:creator>
  <cp:lastModifiedBy>PHYSIO / draft for review</cp:lastModifiedBy>
  <cp:revision>1</cp:revision>
  <dcterms:created xsi:type="dcterms:W3CDTF">2026-10-17T06:31:55Z</dcterms:created>
  <dcterms:modified xsi:type="dcterms:W3CDTF">2026-10-17T06:31:55Z</dcterms:modified>
</cp:coreProperties>
</file>